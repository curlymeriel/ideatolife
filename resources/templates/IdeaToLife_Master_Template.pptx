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SLID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HAPTER_SLIDE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SLID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" y="4151376"/>
            <a:ext cx="6748272" cy="9144"/>
          </a:xfrm>
          <a:prstGeom prst="rect">
            <a:avLst/>
          </a:prstGeom>
          <a:solidFill>
            <a:srgbClr val="E7A170"/>
          </a:solidFill>
          <a:ln/>
        </p:spPr>
      </p:sp>
      <p:sp>
        <p:nvSpPr>
          <p:cNvPr id="3" name="Text 1"/>
          <p:cNvSpPr/>
          <p:nvPr/>
        </p:nvSpPr>
        <p:spPr>
          <a:xfrm>
            <a:off x="10158984" y="6327648"/>
            <a:ext cx="9875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7A1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{{sldNum}}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219688" y="6327648"/>
            <a:ext cx="18288" cy="246888"/>
          </a:xfrm>
          <a:prstGeom prst="rect">
            <a:avLst/>
          </a:prstGeom>
          <a:solidFill>
            <a:srgbClr val="E7A17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SLID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2976" y="4023360"/>
            <a:ext cx="1143000" cy="73152"/>
          </a:xfrm>
          <a:prstGeom prst="rect">
            <a:avLst/>
          </a:prstGeom>
          <a:solidFill>
            <a:srgbClr val="E7A170"/>
          </a:solidFill>
          <a:ln/>
        </p:spPr>
      </p:sp>
      <p:sp>
        <p:nvSpPr>
          <p:cNvPr id="3" name="Text 1"/>
          <p:cNvSpPr/>
          <p:nvPr/>
        </p:nvSpPr>
        <p:spPr>
          <a:xfrm>
            <a:off x="10158984" y="6327648"/>
            <a:ext cx="9875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7A1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{{sldNum}}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219688" y="6327648"/>
            <a:ext cx="18288" cy="246888"/>
          </a:xfrm>
          <a:prstGeom prst="rect">
            <a:avLst/>
          </a:prstGeom>
          <a:solidFill>
            <a:srgbClr val="E7A17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" y="758952"/>
            <a:ext cx="73152" cy="548640"/>
          </a:xfrm>
          <a:prstGeom prst="rect">
            <a:avLst/>
          </a:prstGeom>
          <a:solidFill>
            <a:srgbClr val="E7A170"/>
          </a:solidFill>
          <a:ln/>
        </p:spPr>
      </p:sp>
      <p:sp>
        <p:nvSpPr>
          <p:cNvPr id="3" name="Text 1"/>
          <p:cNvSpPr/>
          <p:nvPr/>
        </p:nvSpPr>
        <p:spPr>
          <a:xfrm>
            <a:off x="10158984" y="6327648"/>
            <a:ext cx="9875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7A1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{{sldNum}}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219688" y="6327648"/>
            <a:ext cx="18288" cy="246888"/>
          </a:xfrm>
          <a:prstGeom prst="rect">
            <a:avLst/>
          </a:prstGeom>
          <a:solidFill>
            <a:srgbClr val="E7A17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" y="1664208"/>
            <a:ext cx="7086600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건설 AX 검토 보고서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05256" y="4389120"/>
            <a:ext cx="7552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한신공영(주) AI 전환 로드맵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1224" y="1929384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7A1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2276856" y="2459736"/>
            <a:ext cx="7488936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건설 산업의 변곡점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75888" y="4590288"/>
            <a:ext cx="52029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전통적 노동 집약 구조의 한계와 데이터 기반 혁신의 태동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758952"/>
            <a:ext cx="10524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건설업의 3대 복합 위기 진단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216152" y="2011680"/>
            <a:ext cx="10362941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생산성 정체: 타 산업군 대비 낮은 지표 지속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구조 악화: 숙련공 고령화 및 유입 단절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리스크: 중대재해처벌법 및 탄소 배출 규제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2026-01-31T05:42:28Z</dcterms:created>
  <dcterms:modified xsi:type="dcterms:W3CDTF">2026-01-31T05:42:28Z</dcterms:modified>
</cp:coreProperties>
</file>